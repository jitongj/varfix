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257" r:id="rId5"/>
    <p:sldId id="258" r:id="rId6"/>
    <p:sldId id="260" r:id="rId7"/>
    <p:sldId id="259" r:id="rId8"/>
    <p:sldId id="261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7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5"/>
          <p:cNvSpPr txBox="1"/>
          <p:nvPr/>
        </p:nvSpPr>
        <p:spPr>
          <a:xfrm>
            <a:off x="1094740" y="16563975"/>
            <a:ext cx="907796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1693545" y="-6876415"/>
            <a:ext cx="10059670" cy="16940530"/>
            <a:chOff x="654" y="-10218"/>
            <a:chExt cx="15842" cy="26678"/>
          </a:xfrm>
        </p:grpSpPr>
        <p:sp>
          <p:nvSpPr>
            <p:cNvPr id="18" name="Text Box 17"/>
            <p:cNvSpPr txBox="1"/>
            <p:nvPr/>
          </p:nvSpPr>
          <p:spPr>
            <a:xfrm>
              <a:off x="7054" y="-10218"/>
              <a:ext cx="3076" cy="26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p>
              <a:r>
                <a:rPr lang="en-US"/>
                <a:t>   </a:t>
              </a:r>
              <a:endParaRPr lang="zh-CN" altLang="en-US"/>
            </a:p>
          </p:txBody>
        </p:sp>
        <p:grpSp>
          <p:nvGrpSpPr>
            <p:cNvPr id="15" name="Group 14"/>
            <p:cNvGrpSpPr/>
            <p:nvPr/>
          </p:nvGrpSpPr>
          <p:grpSpPr>
            <a:xfrm rot="0">
              <a:off x="654" y="-10218"/>
              <a:ext cx="15843" cy="26679"/>
              <a:chOff x="530" y="0"/>
              <a:chExt cx="15843" cy="26679"/>
            </a:xfrm>
          </p:grpSpPr>
          <p:pic>
            <p:nvPicPr>
              <p:cNvPr id="4" name="Picture 3" descr="Nested_Admin1_Central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30" y="0"/>
                <a:ext cx="7680" cy="5760"/>
              </a:xfrm>
              <a:prstGeom prst="rect">
                <a:avLst/>
              </a:prstGeom>
            </p:spPr>
          </p:pic>
          <p:pic>
            <p:nvPicPr>
              <p:cNvPr id="6" name="Picture 5" descr="Nested_Admin1_Copperbelt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693" y="0"/>
                <a:ext cx="7680" cy="5760"/>
              </a:xfrm>
              <a:prstGeom prst="rect">
                <a:avLst/>
              </a:prstGeom>
            </p:spPr>
          </p:pic>
          <p:pic>
            <p:nvPicPr>
              <p:cNvPr id="7" name="Picture 6" descr="Nested_Admin1_Eastern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0" y="5072"/>
                <a:ext cx="7680" cy="5760"/>
              </a:xfrm>
              <a:prstGeom prst="rect">
                <a:avLst/>
              </a:prstGeom>
            </p:spPr>
          </p:pic>
          <p:pic>
            <p:nvPicPr>
              <p:cNvPr id="8" name="Picture 7" descr="Nested_Admin1_Luapula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93" y="5072"/>
                <a:ext cx="7680" cy="5760"/>
              </a:xfrm>
              <a:prstGeom prst="rect">
                <a:avLst/>
              </a:prstGeom>
            </p:spPr>
          </p:pic>
          <p:pic>
            <p:nvPicPr>
              <p:cNvPr id="9" name="Picture 8" descr="Nested_Admin1_Lusaka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0" y="10362"/>
                <a:ext cx="7680" cy="5760"/>
              </a:xfrm>
              <a:prstGeom prst="rect">
                <a:avLst/>
              </a:prstGeom>
            </p:spPr>
          </p:pic>
          <p:pic>
            <p:nvPicPr>
              <p:cNvPr id="10" name="Picture 9" descr="Nested_Admin1_Muchinga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93" y="10362"/>
                <a:ext cx="7680" cy="5760"/>
              </a:xfrm>
              <a:prstGeom prst="rect">
                <a:avLst/>
              </a:prstGeom>
            </p:spPr>
          </p:pic>
          <p:pic>
            <p:nvPicPr>
              <p:cNvPr id="11" name="Picture 10" descr="Nested_Admin1_North-Western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0" y="15627"/>
                <a:ext cx="7680" cy="5760"/>
              </a:xfrm>
              <a:prstGeom prst="rect">
                <a:avLst/>
              </a:prstGeom>
            </p:spPr>
          </p:pic>
          <p:pic>
            <p:nvPicPr>
              <p:cNvPr id="12" name="Picture 11" descr="Nested_Admin1_Northern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93" y="15627"/>
                <a:ext cx="7680" cy="5760"/>
              </a:xfrm>
              <a:prstGeom prst="rect">
                <a:avLst/>
              </a:prstGeom>
            </p:spPr>
          </p:pic>
          <p:pic>
            <p:nvPicPr>
              <p:cNvPr id="13" name="Picture 12" descr="Nested_Admin1_Southern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0" y="20919"/>
                <a:ext cx="7680" cy="5760"/>
              </a:xfrm>
              <a:prstGeom prst="rect">
                <a:avLst/>
              </a:prstGeom>
            </p:spPr>
          </p:pic>
          <p:pic>
            <p:nvPicPr>
              <p:cNvPr id="14" name="Picture 13" descr="Nested_Admin1_Western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93" y="20919"/>
                <a:ext cx="7680" cy="5760"/>
              </a:xfrm>
              <a:prstGeom prst="rect">
                <a:avLst/>
              </a:prstGeom>
            </p:spPr>
          </p:pic>
        </p:grpSp>
        <p:sp>
          <p:nvSpPr>
            <p:cNvPr id="20" name="Text Box 19"/>
            <p:cNvSpPr txBox="1"/>
            <p:nvPr/>
          </p:nvSpPr>
          <p:spPr>
            <a:xfrm>
              <a:off x="2419" y="15849"/>
              <a:ext cx="12346" cy="58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p>
              <a:endParaRPr lang="en-US"/>
            </a:p>
          </p:txBody>
        </p:sp>
        <p:pic>
          <p:nvPicPr>
            <p:cNvPr id="17" name="Picture 16" descr="Screenshot 2025-11-24 at 21.26.5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892" y="15867"/>
              <a:ext cx="6283" cy="5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" name="Group 10"/>
          <p:cNvGrpSpPr/>
          <p:nvPr/>
        </p:nvGrpSpPr>
        <p:grpSpPr>
          <a:xfrm>
            <a:off x="0" y="0"/>
            <a:ext cx="13082270" cy="7599680"/>
            <a:chOff x="0" y="0"/>
            <a:chExt cx="20602" cy="11968"/>
          </a:xfrm>
        </p:grpSpPr>
        <p:sp>
          <p:nvSpPr>
            <p:cNvPr id="10" name="Text Box 9"/>
            <p:cNvSpPr txBox="1"/>
            <p:nvPr/>
          </p:nvSpPr>
          <p:spPr>
            <a:xfrm>
              <a:off x="1" y="6249"/>
              <a:ext cx="20587" cy="571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p>
              <a:endParaRPr lang="en-US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0" y="0"/>
              <a:ext cx="20602" cy="11968"/>
              <a:chOff x="0" y="0"/>
              <a:chExt cx="20602" cy="11968"/>
            </a:xfrm>
          </p:grpSpPr>
          <p:pic>
            <p:nvPicPr>
              <p:cNvPr id="8" name="Picture 7" descr="/Users/jiangjitong/Desktop/figures/dhs/1Plot/map_smth2_fix.pngmap_smth2_fix"/>
              <p:cNvPicPr>
                <a:picLocks noChangeAspect="1"/>
              </p:cNvPicPr>
              <p:nvPr/>
            </p:nvPicPr>
            <p:blipFill>
              <a:blip r:embed="rId1"/>
              <a:srcRect/>
              <a:stretch>
                <a:fillRect/>
              </a:stretch>
            </p:blipFill>
            <p:spPr>
              <a:xfrm>
                <a:off x="12720" y="5488"/>
                <a:ext cx="6480" cy="6480"/>
              </a:xfrm>
              <a:prstGeom prst="rect">
                <a:avLst/>
              </a:prstGeom>
            </p:spPr>
          </p:pic>
          <p:pic>
            <p:nvPicPr>
              <p:cNvPr id="7" name="Picture 6" descr="/Users/jiangjitong/Desktop/figures/dhs/1Plot/map_smth2.pngmap_smth2"/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2378" y="5488"/>
                <a:ext cx="6480" cy="6480"/>
              </a:xfrm>
              <a:prstGeom prst="rect">
                <a:avLst/>
              </a:prstGeom>
            </p:spPr>
          </p:pic>
          <p:pic>
            <p:nvPicPr>
              <p:cNvPr id="5" name="Picture 4" descr="/Users/jiangjitong/Desktop/figures/dhs/1Plot/rank_smth2_fix_verson1.pngrank_smth2_fix_verson1"/>
              <p:cNvPicPr>
                <a:picLocks noChangeAspect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>
              <a:xfrm>
                <a:off x="10234" y="0"/>
                <a:ext cx="10368" cy="6480"/>
              </a:xfrm>
              <a:prstGeom prst="rect">
                <a:avLst/>
              </a:prstGeom>
            </p:spPr>
          </p:pic>
          <p:pic>
            <p:nvPicPr>
              <p:cNvPr id="6" name="Picture 5" descr="/Users/jiangjitong/Desktop/figures/dhs/1Plot/rank_smth2_verson1.pngrank_smth2_verson1"/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>
              <a:xfrm>
                <a:off x="0" y="0"/>
                <a:ext cx="10368" cy="648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0" y="0"/>
            <a:ext cx="9797415" cy="9681210"/>
            <a:chOff x="0" y="0"/>
            <a:chExt cx="15429" cy="15246"/>
          </a:xfrm>
        </p:grpSpPr>
        <p:grpSp>
          <p:nvGrpSpPr>
            <p:cNvPr id="6" name="Group 5"/>
            <p:cNvGrpSpPr/>
            <p:nvPr/>
          </p:nvGrpSpPr>
          <p:grpSpPr>
            <a:xfrm>
              <a:off x="0" y="9920"/>
              <a:ext cx="15429" cy="5326"/>
              <a:chOff x="0" y="10693"/>
              <a:chExt cx="15429" cy="5326"/>
            </a:xfrm>
          </p:grpSpPr>
          <p:sp>
            <p:nvSpPr>
              <p:cNvPr id="10" name="Text Box 9"/>
              <p:cNvSpPr txBox="1"/>
              <p:nvPr/>
            </p:nvSpPr>
            <p:spPr>
              <a:xfrm>
                <a:off x="0" y="10693"/>
                <a:ext cx="15429" cy="532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p>
                <a:endParaRPr lang="en-US"/>
              </a:p>
            </p:txBody>
          </p:sp>
          <p:pic>
            <p:nvPicPr>
              <p:cNvPr id="8" name="Picture 7" descr="/Users/jiangjitong/Desktop/figures/dhs/1Plot/map_smth2_fix.pngmap_smth2_fix"/>
              <p:cNvPicPr>
                <a:picLocks noChangeAspect="1"/>
              </p:cNvPicPr>
              <p:nvPr/>
            </p:nvPicPr>
            <p:blipFill>
              <a:blip r:embed="rId1"/>
              <a:srcRect/>
              <a:stretch>
                <a:fillRect/>
              </a:stretch>
            </p:blipFill>
            <p:spPr>
              <a:xfrm>
                <a:off x="9509" y="10800"/>
                <a:ext cx="5219" cy="5219"/>
              </a:xfrm>
              <a:prstGeom prst="rect">
                <a:avLst/>
              </a:prstGeom>
            </p:spPr>
          </p:pic>
          <p:pic>
            <p:nvPicPr>
              <p:cNvPr id="7" name="Picture 6" descr="/Users/jiangjitong/Desktop/figures/dhs/1Plot/map_smth2.pngmap_smth2"/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1738" y="10800"/>
                <a:ext cx="5219" cy="5219"/>
              </a:xfrm>
              <a:prstGeom prst="rect">
                <a:avLst/>
              </a:prstGeom>
            </p:spPr>
          </p:pic>
        </p:grpSp>
        <p:pic>
          <p:nvPicPr>
            <p:cNvPr id="4" name="Picture 3" descr="/Users/jiangjitong/Desktop/figures/dhs/1Plot/rank_smth2.pngrank_smth2"/>
            <p:cNvPicPr>
              <a:picLocks noChangeAspect="1"/>
            </p:cNvPicPr>
            <p:nvPr/>
          </p:nvPicPr>
          <p:blipFill>
            <a:blip r:embed="rId3"/>
            <a:srcRect l="5" t="-5" r="5" b="5"/>
            <a:stretch>
              <a:fillRect/>
            </a:stretch>
          </p:blipFill>
          <p:spPr>
            <a:xfrm>
              <a:off x="0" y="0"/>
              <a:ext cx="7714" cy="10800"/>
            </a:xfrm>
            <a:prstGeom prst="rect">
              <a:avLst/>
            </a:prstGeom>
          </p:spPr>
        </p:pic>
        <p:pic>
          <p:nvPicPr>
            <p:cNvPr id="5" name="Picture 4" descr="/Users/jiangjitong/Desktop/figures/dhs/1Plot/rank_smth2_fix.pngrank_smth2_fix"/>
            <p:cNvPicPr>
              <a:picLocks noChangeAspect="1"/>
            </p:cNvPicPr>
            <p:nvPr/>
          </p:nvPicPr>
          <p:blipFill>
            <a:blip r:embed="rId4"/>
            <a:srcRect l="5" t="-5" r="5" b="5"/>
            <a:stretch>
              <a:fillRect/>
            </a:stretch>
          </p:blipFill>
          <p:spPr>
            <a:xfrm>
              <a:off x="7714" y="0"/>
              <a:ext cx="7714" cy="10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Group 2"/>
          <p:cNvGrpSpPr/>
          <p:nvPr/>
        </p:nvGrpSpPr>
        <p:grpSpPr>
          <a:xfrm>
            <a:off x="0" y="0"/>
            <a:ext cx="9020810" cy="9890125"/>
            <a:chOff x="0" y="0"/>
            <a:chExt cx="14206" cy="15575"/>
          </a:xfrm>
        </p:grpSpPr>
        <p:grpSp>
          <p:nvGrpSpPr>
            <p:cNvPr id="6" name="Group 5"/>
            <p:cNvGrpSpPr/>
            <p:nvPr/>
          </p:nvGrpSpPr>
          <p:grpSpPr>
            <a:xfrm rot="0">
              <a:off x="0" y="9826"/>
              <a:ext cx="14206" cy="5749"/>
              <a:chOff x="0" y="10599"/>
              <a:chExt cx="14206" cy="5749"/>
            </a:xfrm>
          </p:grpSpPr>
          <p:sp>
            <p:nvSpPr>
              <p:cNvPr id="10" name="Text Box 9"/>
              <p:cNvSpPr txBox="1"/>
              <p:nvPr/>
            </p:nvSpPr>
            <p:spPr>
              <a:xfrm>
                <a:off x="0" y="10599"/>
                <a:ext cx="14206" cy="574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p>
                <a:endParaRPr lang="en-US"/>
              </a:p>
            </p:txBody>
          </p:sp>
          <p:pic>
            <p:nvPicPr>
              <p:cNvPr id="8" name="Picture 7" descr="/Users/jiangjitong/Desktop/figures/dhs/1Plot/map_smth2_fix.pngmap_smth2_fix"/>
              <p:cNvPicPr/>
              <p:nvPr/>
            </p:nvPicPr>
            <p:blipFill>
              <a:blip r:embed="rId1"/>
              <a:srcRect l="57" r="57"/>
              <a:stretch>
                <a:fillRect/>
              </a:stretch>
            </p:blipFill>
            <p:spPr>
              <a:xfrm>
                <a:off x="7855" y="11128"/>
                <a:ext cx="5213" cy="5219"/>
              </a:xfrm>
              <a:prstGeom prst="rect">
                <a:avLst/>
              </a:prstGeom>
            </p:spPr>
          </p:pic>
          <p:pic>
            <p:nvPicPr>
              <p:cNvPr id="7" name="Picture 6" descr="/Users/jiangjitong/Desktop/figures/dhs/1Plot/map_smth2.pngmap_smth2"/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1225" y="11128"/>
                <a:ext cx="5219" cy="5219"/>
              </a:xfrm>
              <a:prstGeom prst="rect">
                <a:avLst/>
              </a:prstGeom>
            </p:spPr>
          </p:pic>
        </p:grpSp>
        <p:pic>
          <p:nvPicPr>
            <p:cNvPr id="4" name="Picture 3" descr="/Users/jiangjitong/Desktop/figures/dhs/1Plot/rank_smth2.pngrank_smth2"/>
            <p:cNvPicPr>
              <a:picLocks noChangeAspect="1"/>
            </p:cNvPicPr>
            <p:nvPr/>
          </p:nvPicPr>
          <p:blipFill>
            <a:blip r:embed="rId3"/>
            <a:srcRect l="5" t="-5" r="5" b="5"/>
            <a:stretch>
              <a:fillRect/>
            </a:stretch>
          </p:blipFill>
          <p:spPr>
            <a:xfrm>
              <a:off x="0" y="0"/>
              <a:ext cx="7714" cy="10800"/>
            </a:xfrm>
            <a:prstGeom prst="rect">
              <a:avLst/>
            </a:prstGeom>
          </p:spPr>
        </p:pic>
        <p:pic>
          <p:nvPicPr>
            <p:cNvPr id="5" name="Picture 4" descr="/Users/jiangjitong/Desktop/figures/dhs/1Plot/rank_smth2_fix.pngrank_smth2_fix"/>
            <p:cNvPicPr>
              <a:picLocks noChangeAspect="1"/>
            </p:cNvPicPr>
            <p:nvPr/>
          </p:nvPicPr>
          <p:blipFill>
            <a:blip r:embed="rId4"/>
            <a:srcRect l="5" t="-5" r="5" b="5"/>
            <a:stretch>
              <a:fillRect/>
            </a:stretch>
          </p:blipFill>
          <p:spPr>
            <a:xfrm>
              <a:off x="6492" y="0"/>
              <a:ext cx="7714" cy="10800"/>
            </a:xfrm>
            <a:prstGeom prst="rect">
              <a:avLst/>
            </a:prstGeom>
          </p:spPr>
        </p:pic>
        <p:sp>
          <p:nvSpPr>
            <p:cNvPr id="2" name="Text Box 1"/>
            <p:cNvSpPr txBox="1"/>
            <p:nvPr/>
          </p:nvSpPr>
          <p:spPr>
            <a:xfrm>
              <a:off x="5804" y="12155"/>
              <a:ext cx="1345" cy="1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" name="Group 18"/>
          <p:cNvGrpSpPr/>
          <p:nvPr/>
        </p:nvGrpSpPr>
        <p:grpSpPr>
          <a:xfrm>
            <a:off x="0" y="0"/>
            <a:ext cx="13424535" cy="6481445"/>
            <a:chOff x="0" y="0"/>
            <a:chExt cx="21141" cy="10207"/>
          </a:xfrm>
        </p:grpSpPr>
        <p:pic>
          <p:nvPicPr>
            <p:cNvPr id="8" name="Picture 7" descr="p_res_fix_map_mean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12" y="0"/>
              <a:ext cx="5040" cy="5040"/>
            </a:xfrm>
            <a:prstGeom prst="rect">
              <a:avLst/>
            </a:prstGeom>
          </p:spPr>
        </p:pic>
        <p:pic>
          <p:nvPicPr>
            <p:cNvPr id="9" name="Picture 8" descr="p_res_map_mea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5040" cy="5040"/>
            </a:xfrm>
            <a:prstGeom prst="rect">
              <a:avLst/>
            </a:prstGeom>
          </p:spPr>
        </p:pic>
        <p:pic>
          <p:nvPicPr>
            <p:cNvPr id="10" name="Picture 9" descr="p_smth_fix_map_mean"/>
            <p:cNvPicPr>
              <a:picLocks noChangeAspect="1"/>
            </p:cNvPicPr>
            <p:nvPr/>
          </p:nvPicPr>
          <p:blipFill>
            <a:blip r:embed="rId3"/>
            <a:srcRect t="6479"/>
            <a:stretch>
              <a:fillRect/>
            </a:stretch>
          </p:blipFill>
          <p:spPr>
            <a:xfrm>
              <a:off x="15336" y="0"/>
              <a:ext cx="5803" cy="5427"/>
            </a:xfrm>
            <a:prstGeom prst="rect">
              <a:avLst/>
            </a:prstGeom>
          </p:spPr>
        </p:pic>
        <p:pic>
          <p:nvPicPr>
            <p:cNvPr id="11" name="Picture 10" descr="p_smth_map_mea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4" y="0"/>
              <a:ext cx="5040" cy="5040"/>
            </a:xfrm>
            <a:prstGeom prst="rect">
              <a:avLst/>
            </a:prstGeom>
          </p:spPr>
        </p:pic>
        <p:pic>
          <p:nvPicPr>
            <p:cNvPr id="12" name="Picture 11" descr="p_res_fix_map_ci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12" y="4754"/>
              <a:ext cx="5040" cy="5040"/>
            </a:xfrm>
            <a:prstGeom prst="rect">
              <a:avLst/>
            </a:prstGeom>
          </p:spPr>
        </p:pic>
        <p:pic>
          <p:nvPicPr>
            <p:cNvPr id="13" name="Picture 12" descr="p_res_map_ci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4754"/>
              <a:ext cx="5040" cy="5040"/>
            </a:xfrm>
            <a:prstGeom prst="rect">
              <a:avLst/>
            </a:prstGeom>
          </p:spPr>
        </p:pic>
        <p:pic>
          <p:nvPicPr>
            <p:cNvPr id="15" name="Picture 14" descr="p_smth_map_ci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24" y="4754"/>
              <a:ext cx="5040" cy="5040"/>
            </a:xfrm>
            <a:prstGeom prst="rect">
              <a:avLst/>
            </a:prstGeom>
          </p:spPr>
        </p:pic>
        <p:pic>
          <p:nvPicPr>
            <p:cNvPr id="14" name="Picture 13" descr="p_smth_fix_map_ci"/>
            <p:cNvPicPr>
              <a:picLocks noChangeAspect="1"/>
            </p:cNvPicPr>
            <p:nvPr/>
          </p:nvPicPr>
          <p:blipFill>
            <a:blip r:embed="rId8"/>
            <a:srcRect t="8565"/>
            <a:stretch>
              <a:fillRect/>
            </a:stretch>
          </p:blipFill>
          <p:spPr>
            <a:xfrm>
              <a:off x="15339" y="4901"/>
              <a:ext cx="5803" cy="530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Group 6"/>
          <p:cNvGrpSpPr/>
          <p:nvPr/>
        </p:nvGrpSpPr>
        <p:grpSpPr>
          <a:xfrm>
            <a:off x="3238500" y="0"/>
            <a:ext cx="5715000" cy="6858000"/>
            <a:chOff x="5100" y="0"/>
            <a:chExt cx="9000" cy="10800"/>
          </a:xfrm>
        </p:grpSpPr>
        <p:pic>
          <p:nvPicPr>
            <p:cNvPr id="5" name="Picture 4" descr="Nested_combined_long_map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00" y="0"/>
              <a:ext cx="9000" cy="10800"/>
            </a:xfrm>
            <a:prstGeom prst="rect">
              <a:avLst/>
            </a:prstGeom>
          </p:spPr>
        </p:pic>
        <p:pic>
          <p:nvPicPr>
            <p:cNvPr id="6" name="Picture 5" descr="admin2_maps_4x2_with_boundaries"/>
            <p:cNvPicPr>
              <a:picLocks noChangeAspect="1"/>
            </p:cNvPicPr>
            <p:nvPr/>
          </p:nvPicPr>
          <p:blipFill>
            <a:blip r:embed="rId2"/>
            <a:srcRect b="3231"/>
            <a:stretch>
              <a:fillRect/>
            </a:stretch>
          </p:blipFill>
          <p:spPr>
            <a:xfrm>
              <a:off x="5100" y="11"/>
              <a:ext cx="9000" cy="10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WPS Spreadsheets</Application>
  <PresentationFormat>宽屏</PresentationFormat>
  <Paragraphs>2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江济同 Gloria</cp:lastModifiedBy>
  <cp:revision>11</cp:revision>
  <dcterms:created xsi:type="dcterms:W3CDTF">2025-11-28T05:54:09Z</dcterms:created>
  <dcterms:modified xsi:type="dcterms:W3CDTF">2025-11-28T05:54:09Z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1033-6.1.0.8274</vt:lpwstr>
  </property>
  <property fmtid="{D5CDD505-2E9C-101B-9397-08002B2CF9AE}" pid="3" name="ICV">
    <vt:lpwstr>F35F2308099304AD5410256917F0BA39_41</vt:lpwstr>
  </property>
</Properties>
</file>